
<file path=ppt/presentation.xml><?xml version="1.0" encoding="utf-8"?>
<p:presentation xmlns:p="http://schemas.openxmlformats.org/presentationml/2006/main" xmlns:r="http://schemas.openxmlformats.org/officeDocument/2006/relationships">
  <p:sldIdLst>
    <p:sldId id="1" r:id="rId1"/>
  </p:sldIdLst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nvSpPr>
          <p:cNvPr id="2" name="Notes"/>
          <p:cNvSpPr/>
          <p:nvPr/>
        </p:nvSpPr>
        <p:spPr/>
        <p:txBody>
          <a:bodyPr/>
          <a:lstStyle/>
          <a:p>
            <a:r>
              <a:t>Speaker note</a:t>
            </a:r>
          </a:p>
        </p:txBody>
      </p:sp>
    </p:spTree>
  </p:cSld>
</p:notes>
</file>

<file path=ppt/slides/_rels/slide1.xml.rels><Relationships xmlns="http://schemas.openxmlformats.org/package/2006/relationships"><Relationship Id="rId2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1" name="Title"/>
          <p:cNvSpPr/>
          <p:nvPr>
            <p:ph type="title"/>
          </p:nvPr>
        </p:nvSpPr>
        <p:spPr/>
        <p:txBody>
          <a:bodyPr/>
          <a:lstStyle/>
          <a:p>
            <a:r>
              <a:t>Deck title</a:t>
            </a:r>
          </a:p>
        </p:txBody>
      </p:sp>
    </p:spTree>
  </p:cSld>
</p:sld>
</file>